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Data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1/21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is a Data Type?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Data Types?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Primitive Data Types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Non-Primitive Data Types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Stack vs Heap Memory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Interview Questions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2/21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Data Type?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data type defines the kind of value stored in a variable.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determines what operations can be performed.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JavaScript is a dynamically typed language.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Variables can hold different types at different times.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3/21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Data Types?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 different kinds of information.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 code readability.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 logical mistakes.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Help JavaScript understand values.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4/21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 Data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Number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Boolean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Undefined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BigInt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Symbol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5/21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language = "JavaScript";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console.log(language);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language);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JavaScript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6/21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25;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price = 199.99;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age);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price);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number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number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7/21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isLoggedIn = true;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isAdmin = false;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isLoggedIn);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isAdmin);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boolean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boolean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8/21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city;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console.log(city);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city);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9/21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user = null;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console.log(user);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user);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10/21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number = 9007199254740991n;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console.log(number);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number);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9007199254740991n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bigint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11/21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id = Symbol("id");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console.log(id);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id);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Symbol(id)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symbol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12/21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Non-Primitive Data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Array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13/21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student = {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101,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"Rahul",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age: 22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console.log(student);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student);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{id: 101, name: 'Rahul', age: 22}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14/21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colors = [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"Red",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"Green",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"Blue"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console.log(colors);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colors);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['Red', 'Green', 'Blue']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15/21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greet(name) {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"Hello " + name;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console.log(greet("John"));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greet);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 John</a:t>
            </a:r>
            <a:endParaRPr lang="en-US" sz="1400" dirty="0"/>
          </a:p>
          <a:p>
            <a:pPr indent="0" marL="0">
              <a:lnSpc>
                <a:spcPts val="15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16/21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vs Heap Memory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17/21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 vs Object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Primitive values are immutable.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Objects are mutable.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Primitive values are stored in Stack.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Objects are stored in Heap.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Objects can contain multiple values.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18/21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19/21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20/21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817352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21/21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2026-07-18T11:41:31Z</dcterms:created>
  <dcterms:modified xsi:type="dcterms:W3CDTF">2026-07-18T11:41:31Z</dcterms:modified>
</cp:coreProperties>
</file>